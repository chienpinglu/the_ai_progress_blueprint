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The Architecture of AI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Synthesizing the Formal Foundations and Empirical Drivers of Artificial Intelligence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A Unified Theoretical Framework: Presenting a cohesive research program that bridges theoretical limits and engineering realities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Two Connected Pairs: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Pair 1 (The Formal Foundation): Intelligence defined by its outer boundary of computability and inner boundary of polynomial-time feasibility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Pair 2 (The Practical Bridge): The empirical driver of scaling laws and the architectural consequences of hardware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The Discourse Gap: Why This Program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Hype: Empirical AI discourse often focuses on capability scaling and scaling laws without a rigorous formal theory of progress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Limits: Theoretical discourse frequently emphasizes strict mathematical limits without explaining how relentless practical progress continues to appear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Missing Link: We require a single, unified model that explains how formal boundaries, empirical drivers, and system-level architectural consequences interact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The Two-Pair Structure of AI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Pair 1: The Formal Foundation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Paper 1 (Computability): Intelligence as an open-ended limiting process at the outer boundary of what can be mechanized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Paper 2 (Complexity): Intelligence as a staged bounded ascent at the inner boundary of polynomial-time reachability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Pair 2: The Empirical and Architectural Bridge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Paper 3 (Scaling Laws): How abstract scaling drives progress and enforces a race for hidden efficiency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Paper 4 (Modernized Amdahl): How the pressure of scaling reshapes the hardware allocation between specialized and programmable compute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1: The Computability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Beyond a Fixed Closure: Intelligence is not one finitely specifiable, fixed rule-governed procedure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Limiting-Process Structure: When a process is mechanized, the higher-order task of guiding, specifying, and evaluating that mechanization is displaced upward to a new level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Local Mechanization vs. Open Boundary: Every established, mechanized computational layer possesses a canonical, relatively uncomputable open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1: The Mechanics of Ascent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>
              <a:defRPr i="1" sz="2000">
                <a:solidFill>
                  <a:srgbClr val="6496FF"/>
                </a:solidFill>
                <a:latin typeface="Arial"/>
              </a:defRPr>
            </a:pPr>
            <a:r>
              <a:t>[Visual Concept: A blueprint-style diagram showing a foundational layer A_n, ascending through an intermediate step, toward an open ceiling A'_n]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Turing Jump as a Ceiling: The absolute boundary of any mechanized layer is its Turing jump (A')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Progressive Layers: Real progress occurs through intermediate strengthenings (A &lt;_T B &lt;_T A'), mechanizing steps strictly below the absolute jump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Non-Capture: No single settled layer captures the entire open-ended process of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2: The Feasibility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Redefining Feasibility: The practical reach of intelligence is not a binary “P = NP or nothing” scenario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Expanding Reachability: Progress manifests as progressively wider polynomial-time reach across difficult search tasks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Staged Bounded Ascent: Moving upward by internalizing richer structures of guided search while remaining feasible under strict polynomial-time constraints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2: The Polynomial Hierarchy as Limiting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>
              <a:defRPr i="1" sz="2000">
                <a:solidFill>
                  <a:srgbClr val="6496FF"/>
                </a:solidFill>
                <a:latin typeface="Arial"/>
              </a:defRPr>
            </a:pPr>
            <a:r>
              <a:t>[Visual Concept: A finite-depth ladder expanding upward, showing P→NP→PH]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Bounded Verification Games: The Polynomial Hierarchy provides a finite-depth ladder of structured proposal, challenge, and repair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Internalizing Search: Moving up the hierarchy allows a system to absorb what was previously external search into a stronger—but still explicitly bounded—verification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Synthesis of Pair 1: The Map of Formal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>
              <a:defRPr i="1" sz="2000">
                <a:solidFill>
                  <a:srgbClr val="6496FF"/>
                </a:solidFill>
                <a:latin typeface="Arial"/>
              </a:defRPr>
            </a:pPr>
            <a:r>
              <a:t>[Visual Concept: A nested boundary map showing Well-defined tasks → Computable tasks → Polynomial-time tasks]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Outer Boundary (Computability): The divide between computable tasks and uncomputable, open-ended well-defined tasks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Inner Boundary (Feasibility): The divide between what is merely computable in principle and what is polynomial-time reachable in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The Empirical Gap: Why Pair 1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Transition: Pair 1 provides the formal structure, explaining exactly what progress means mathematically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Missing Engine: Formal limits alone do not explain why progress continually appears in real-world systems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We must bridge the gap between formal structure and empirical hardware realities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3: Scaling Laws and Logical 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Power of Abstraction: Scaling laws are unreasonably effective precisely because they abstract over realization details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Logical vs. Physical Compute: The "compute" variable actually represents logical compute (abstract model-side work), independent of the efficiency of the physical hardware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Real Meaning of Diminishing Returns: A flattening scaling curve does not just mean slower progress; it represents a rapidly escalating physical and operational burden to achieve the next step of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3: The Dynamic Implication of Hidden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>
              <a:defRPr i="1" sz="2000">
                <a:solidFill>
                  <a:srgbClr val="6496FF"/>
                </a:solidFill>
                <a:latin typeface="Arial"/>
              </a:defRPr>
            </a:pPr>
            <a:r>
              <a:t>[Visual Concept: A pressure-conversion loop showing logical compute demand driving efficiency optimization across the stack]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Efficiency Race: Progress persists because of repeated, compounding efficiency gains in algorithms, low-precision software, systems, and hardware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Changing the Cost: The empirical scaling law dictates what logical compute buys; the compounding efficiency stack constantly changes what that compute costs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4: Modernizing Amdahl’s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Beyond Core Counts: Classical Amdahl’s Law (fixed serial/parallel fraction) fails to describe modern heterogeneous AI architectures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Constrained Hardware Allocation: The modern design question is how to allocate a constrained hardware budget between specialized logic and programmable compute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Value-Scalable Fraction (S): The portion of the workload where injecting additional compute continues to create meaningful, end-to-end task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Paper 4: The Collapse Threshold of Specialization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>
              <a:defRPr i="1" sz="2000">
                <a:solidFill>
                  <a:srgbClr val="6496FF"/>
                </a:solidFill>
                <a:latin typeface="Arial"/>
              </a:defRPr>
            </a:pPr>
            <a:r>
              <a:t>[Visual Concept: A phase-boundary graph showing the race between Specialization Efficiency (R) and Scalable Fraction (S)]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Rising Bar: As the value-scalable workload (S) grows, fixed-function specialization faces a strict collapse threshold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Key Equation: For a given scalable fraction S, specialized hardware must achieve a relative efficiency ratio of R_c = 1/(1−S) to justify its inclusion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Specialization must constantly re-earn its silicon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Architectural Consequence: The Pressure for Programmability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Shifting Value: AI scaling pushes value-generation away from early fixed pipelines toward learned, late-stage computation (e.g., neural reconstruction, massive rerankers)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Why GPUs Become More Programmable: As S rises, the optimal hardware locus shifts toward generalized, tensor-heavy programmable compute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Accelerator Dynamic: AI domain-specific accelerators matter, but they do not simply displace the GPU; they must continually adapt as the dominant value-producing workload evolves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Final Synthesis: The Unified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>
              <a:defRPr i="1" sz="2000">
                <a:solidFill>
                  <a:srgbClr val="6496FF"/>
                </a:solidFill>
                <a:latin typeface="Arial"/>
              </a:defRPr>
            </a:pPr>
            <a:r>
              <a:t>[Visual Concept: A single clean structural diagram linking formal limits, bounded feasibility, empirical scaling, and hardware architecture]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1. Computability: Open-ended ascent across relative boundaries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2. Feasibility: Staged reachability through polynomial-time verification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3. Empirical Drivers: Logical scaling sustained by compounding hidden efficiency</a:t>
            </a:r>
          </a:p>
          <a:p>
            <a:pPr lvl="1">
              <a:defRPr sz="2400">
                <a:solidFill>
                  <a:srgbClr val="F0F0F0"/>
                </a:solidFill>
                <a:latin typeface="Arial"/>
              </a:defRPr>
            </a:pPr>
            <a:r>
              <a:t>4. Architectural Response: Rising scalable workloads driving hardware toward programmable compute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FD700"/>
                </a:solidFill>
                <a:latin typeface="Arial"/>
              </a:defRPr>
            </a:pPr>
            <a:r>
              <a:t>Closing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A Structured Phenomenon: AI progress is neither pure hype nor a contradiction of theoretical limits</a:t>
            </a:r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t>The Unified Program: Intelligence emerges as a structured, open-ended process bounded by formal limits, propelled by empirical scaling drivers, and fundamentally reshaping system-level hardware consequences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